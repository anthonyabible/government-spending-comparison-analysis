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3" r:id="rId11"/>
    <p:sldMasterId id="214748366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0DACF1-3D93-416B-920B-BDDF30590F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54419B-A0D4-4604-9EE2-F7A8940BBA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F267E1-AB09-4BEF-B086-3D0B45BBF1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D40A1F-01AA-414A-85D4-DA07FF48E1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239A03-078E-4C74-A0CC-1C5FAA5770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17CEF00-1E80-48F0-A7E9-7297139AD5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6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7EBEAA-6BBD-4226-89D2-C951A88A69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7ABCA6-0C65-412F-8DE7-EC1D83E753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54B144-4B43-482F-A70B-434B8737E3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E203600-97FF-4E2D-A9E9-FEA005E092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BCACB1-71D8-4F76-A85D-D96EAF8E7D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5035EA-2100-4D28-8A33-2FD56DE0F0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F24C30-0A33-4819-AAB0-CA270EE32C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F82BA2-4373-4C2B-A896-35A08C0D2D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7AB696-3A07-47A4-9531-87B798EF7E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0B1393-87C4-4F45-8BEE-D977DB891B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6C80E2-DE7C-4775-A4BB-C2F30E8066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Government Spending Comparison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Anthony Bible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BIT 3444 | Summer 2025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Objective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Compare per capita and % of GDP spending across countries for: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Education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	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Healthcare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Military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Data Sources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World Bank (Education, Healthcare, Population, GDP)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SIPRI (Military)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Year: 2023 or most recent available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Methodology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Downloaded raw data from official sources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Filtered top 10 countries with complete data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Cleaned and merged data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Calculated per capita spending for each sector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Summary Table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See CSV/Excel file for full view of data including: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685800" y="2919240"/>
            <a:ext cx="8001000" cy="178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2514600" y="459000"/>
            <a:ext cx="36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Calibri"/>
              </a:rPr>
              <a:t>Health Spending per Capita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407600" y="1102320"/>
            <a:ext cx="636480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- Countries in descending order by USD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143000" y="1600200"/>
            <a:ext cx="5901120" cy="442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552760" y="457200"/>
            <a:ext cx="4037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Calibri"/>
              </a:rPr>
              <a:t>Education Spending per Capita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79000" y="1102320"/>
            <a:ext cx="636480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- Countries in descending order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by USD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1371600" y="1617120"/>
            <a:ext cx="5464080" cy="409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2678760" y="549360"/>
            <a:ext cx="3785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Calibri"/>
              </a:rPr>
              <a:t>Military Spending per Capita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407600" y="1143000"/>
            <a:ext cx="636480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- Countries in descending order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by USD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407600" y="1600200"/>
            <a:ext cx="6073560" cy="455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2743200" y="685800"/>
            <a:ext cx="2930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Calibri"/>
              </a:rPr>
              <a:t>Spending as % of GDP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371600" y="1330920"/>
            <a:ext cx="636480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- Countries in alphabetical order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85800" y="1600200"/>
            <a:ext cx="7738920" cy="38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2099160" y="685800"/>
            <a:ext cx="4073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Calibri"/>
              </a:rPr>
              <a:t>Combined Per Capita Spending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371600" y="1331280"/>
            <a:ext cx="636480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- Countries in alphabetical order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457200" y="1828800"/>
            <a:ext cx="7805880" cy="390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Key Findings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U.S. spends most per person across all sectors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Wealthier countries tend to spend more per capita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% of GDP differs—some invest more in social services, others in defense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Lower spending in some nations is tied to high population size or limited budgets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41696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Government spending reflects national priorities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Strong health and education investment leads to long-term benefits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Military spending depends on regional threats and global positioning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Countries should aim for balanced investments to ensure sustainable growth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Resources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World Bank Open Data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SIPRI Military Expenditure Database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Python (pandas, matplotlib)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Google Colab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LibreOffice/24.8.0.3$Windows_X86_64 LibreOffice_project/0bdf1299c94fe897b119f97f3c613e9dca6be583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2025-06-29T17:53:37Z</cp:lastPrinted>
  <dcterms:modified xsi:type="dcterms:W3CDTF">2025-07-03T18:20:25Z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